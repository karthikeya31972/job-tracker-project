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88555" y="2286000"/>
            <a:ext cx="9014584" cy="21646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Times New Roman"/>
              </a:defRPr>
            </a:pPr>
            <a:r>
              <a:rPr sz="4400" dirty="0"/>
              <a:t>Job Tracking System</a:t>
            </a:r>
          </a:p>
          <a:p>
            <a:pPr algn="ctr">
              <a:spcBef>
                <a:spcPts val="1200"/>
              </a:spcBef>
              <a:defRPr sz="2000">
                <a:solidFill>
                  <a:srgbClr val="323232"/>
                </a:solidFill>
                <a:latin typeface="Times New Roman"/>
              </a:defRPr>
            </a:pPr>
            <a:r>
              <a:rPr sz="2400" dirty="0"/>
              <a:t>Full Stack Web Application</a:t>
            </a:r>
          </a:p>
          <a:p>
            <a:pPr algn="ctr">
              <a:spcBef>
                <a:spcPts val="2000"/>
              </a:spcBef>
              <a:defRPr sz="1600">
                <a:solidFill>
                  <a:srgbClr val="323232"/>
                </a:solidFill>
                <a:latin typeface="Times New Roman"/>
              </a:defRPr>
            </a:pPr>
            <a:r>
              <a:rPr sz="4000" dirty="0"/>
              <a:t>React | Node.js | Express | MongoDB Atlas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Times New Roman"/>
              </a:defRPr>
            </a:pPr>
            <a:r>
              <a:t>The Challenge -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For Job Seekers: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4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Managing 50+ applications across multiple companies</a:t>
            </a:r>
          </a:p>
          <a:p>
            <a:pPr>
              <a:spcAft>
                <a:spcPts val="4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Missing deadlines and follow-up dates</a:t>
            </a:r>
          </a:p>
          <a:p>
            <a:pPr>
              <a:spcAft>
                <a:spcPts val="4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Scattered notes and spreadsheets</a:t>
            </a:r>
          </a:p>
          <a:p>
            <a:pPr>
              <a:spcAft>
                <a:spcPts val="4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No visibility into application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For Recruiters: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4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Overwhelmed by application volume</a:t>
            </a:r>
          </a:p>
          <a:p>
            <a:pPr>
              <a:spcAft>
                <a:spcPts val="4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Disorganized candidate tracking</a:t>
            </a:r>
          </a:p>
          <a:p>
            <a:pPr>
              <a:spcAft>
                <a:spcPts val="4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No analytics on hiring pipeline</a:t>
            </a:r>
          </a:p>
          <a:p>
            <a:pPr>
              <a:spcAft>
                <a:spcPts val="4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Manual document management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Times New Roman"/>
              </a:defRPr>
            </a:pPr>
            <a:r>
              <a:t>Our Solution: Job Tracking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127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A unified platform connecting job seekers, recruiters, and admins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endParaRPr/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Key Capabilities: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Track job applications with status updates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Build professional resumes with structured sections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Apply to jobs through integrated portal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Analyze hiring metrics with visual dashboards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Extract skills from job descriptions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endParaRPr/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User Roles: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Job Seeker: Track apps, build resumes, apply for jobs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Recruiter: Post jobs, review candidates, analytics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Admin: Manage users, oversee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Times New Roman"/>
              </a:defRPr>
            </a:pPr>
            <a:r>
              <a:t>Technologies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127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Frontend: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React 19 - Component-based UI library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React Router - Client-side navigation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Chart.js &amp; Recharts - Data visualization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Axios - HTTP client for API calls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endParaRPr/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Backend: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Node.js - JavaScript runtime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Express.js - Web framework for REST APIs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MongoDB Driver - Database connectivity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endParaRPr/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Database: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MongoDB Atlas - Cloud-hosted NoSQL database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- 6 collections with optimized indexing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Times New Roman"/>
              </a:defRPr>
            </a:pPr>
            <a:r>
              <a:t>3-Tier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127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40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PRESENTATION LAYER: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- React Frontend (Port 3000)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  - Dashboard Components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  - Resume Builder Forms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  - Job Portal Interface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APPLICATION LAYER: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- Express Server (Port 5000)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  - 30+ REST API Endpoints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  - Middleware (CORS, Auth)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  - Business Logic Handlers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DATA LAYER: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- MongoDB Atlas (Cloud)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  - users, jobs, resumes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  - </a:t>
            </a:r>
            <a:r>
              <a:rPr dirty="0" err="1"/>
              <a:t>job_postings</a:t>
            </a:r>
            <a:r>
              <a:rPr dirty="0"/>
              <a:t>, applications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Times New Roman"/>
              </a:defRPr>
            </a:pPr>
            <a:r>
              <a:t>Core Modules: Authentication &amp; Job 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Authentication Module: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4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User registration with role selection</a:t>
            </a:r>
          </a:p>
          <a:p>
            <a:pPr>
              <a:spcAft>
                <a:spcPts val="4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Login with credential validation</a:t>
            </a:r>
          </a:p>
          <a:p>
            <a:pPr>
              <a:spcAft>
                <a:spcPts val="4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Session management via localStorage</a:t>
            </a:r>
          </a:p>
          <a:p>
            <a:pPr>
              <a:spcAft>
                <a:spcPts val="4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Role-based access control</a:t>
            </a:r>
          </a:p>
          <a:p>
            <a:pPr>
              <a:spcAft>
                <a:spcPts val="4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endParaRPr/>
          </a:p>
          <a:p>
            <a:pPr>
              <a:spcAft>
                <a:spcPts val="4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Job Tracking Module:</a:t>
            </a:r>
          </a:p>
          <a:p>
            <a:pPr>
              <a:spcAft>
                <a:spcPts val="4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POST /jobs -&gt; Add application</a:t>
            </a:r>
          </a:p>
          <a:p>
            <a:pPr>
              <a:spcAft>
                <a:spcPts val="4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GET /jobs -&gt; View all applications</a:t>
            </a:r>
          </a:p>
          <a:p>
            <a:pPr>
              <a:spcAft>
                <a:spcPts val="4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PUT /jobs/:id -&gt; Update status</a:t>
            </a:r>
          </a:p>
          <a:p>
            <a:pPr>
              <a:spcAft>
                <a:spcPts val="4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DELETE /jobs/:id -&gt; Remove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Fields Tracked: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4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Company name</a:t>
            </a:r>
          </a:p>
          <a:p>
            <a:pPr>
              <a:spcAft>
                <a:spcPts val="4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Role / Position</a:t>
            </a:r>
          </a:p>
          <a:p>
            <a:pPr>
              <a:spcAft>
                <a:spcPts val="4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Application Status</a:t>
            </a:r>
          </a:p>
          <a:p>
            <a:pPr>
              <a:spcAft>
                <a:spcPts val="4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Deadline</a:t>
            </a:r>
          </a:p>
          <a:p>
            <a:pPr>
              <a:spcAft>
                <a:spcPts val="4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Follow-up date</a:t>
            </a:r>
          </a:p>
          <a:p>
            <a:pPr>
              <a:spcAft>
                <a:spcPts val="4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Notes</a:t>
            </a:r>
          </a:p>
          <a:p>
            <a:pPr>
              <a:spcAft>
                <a:spcPts val="4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Job URL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Times New Roman"/>
              </a:defRPr>
            </a:pPr>
            <a:r>
              <a:t>Core Modules: Resume Builder &amp; Job Portal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127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Resume Builder - 6 Sections: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1. Personal Information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2. Professional Summary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3. Work Experience (multiple entries)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4. Education History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5. Skills (tag-based)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6. Projects Portfolio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endParaRPr/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Job Portal - For Recruiters: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Create job postings with requirements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Review applicants with documents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Update application status (accept/reject)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View hiring analytics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endParaRPr/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Job Portal - For Job Seekers: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Browse available positions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Apply with resume + cover letter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Track application status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Withdraw applications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Times New Roman"/>
              </a:defRPr>
            </a:pPr>
            <a:r>
              <a:t>Core Modules: Admin, File Upload &amp; Skill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127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786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Admin Module: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- View all users and job postings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- Delete users (cascades to their data)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- Manage platform content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- View system-wide statistics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File Upload Module: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- Base64 encoding for storage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- Resume and cover letter attachments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- 10MB size limit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- Retrieval for recruiter review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Skill Analysis Module: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- Keyword-based skill extraction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- 40+ predefined skills database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- Contextual analysis (remote -&gt; Remote Collaboration)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rPr lang="en-IN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Times New Roman"/>
              </a:defRPr>
            </a:pPr>
            <a:r>
              <a:t>Major API Endpoints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127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Authentication: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POST /signup - User registration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POST /login - User authentication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endParaRPr/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Job Management: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POST /jobs - Add application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GET /jobs - List applications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PUT /jobs/:id - Update application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DELETE /jobs/:id - Delete application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endParaRPr/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Job Portal: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POST /create-job-posting - Recruiter posts job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POST /apply-job - Seeker applies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PATCH /job-applications/:id/status - Recruiter decision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Times New Roman"/>
              </a:defRPr>
            </a:pPr>
            <a:r>
              <a:t>MongoDB Collections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77295" cy="359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90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90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defRPr sz="1800" b="1">
                          <a:latin typeface="Times New Roman"/>
                        </a:defRPr>
                      </a:pPr>
                      <a:r>
                        <a:t>Collection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latin typeface="Times New Roman"/>
                        </a:defRPr>
                      </a:pPr>
                      <a:r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latin typeface="Times New Roman"/>
                        </a:defRPr>
                      </a:pPr>
                      <a:r>
                        <a:t>Key Fields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600">
                          <a:latin typeface="Times New Roman"/>
                        </a:defRPr>
                      </a:pPr>
                      <a:r>
                        <a:t>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Times New Roman"/>
                        </a:defRPr>
                      </a:pPr>
                      <a:r>
                        <a:t>Authentication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Times New Roman"/>
                        </a:defRPr>
                      </a:pPr>
                      <a:r>
                        <a:t>username, password, role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600">
                          <a:latin typeface="Times New Roman"/>
                        </a:defRPr>
                      </a:pPr>
                      <a:r>
                        <a:t>jobs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Times New Roman"/>
                        </a:defRPr>
                      </a:pPr>
                      <a:r>
                        <a:t>Personal job apps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Times New Roman"/>
                        </a:defRPr>
                      </a:pPr>
                      <a:r>
                        <a:t>user_id, company, role, status, deadline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600">
                          <a:latin typeface="Times New Roman"/>
                        </a:defRPr>
                      </a:pPr>
                      <a:r>
                        <a:t>resumes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Times New Roman"/>
                        </a:defRPr>
                      </a:pPr>
                      <a:r>
                        <a:t>Resume builder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Times New Roman"/>
                        </a:defRPr>
                      </a:pPr>
                      <a:r>
                        <a:t>user_id, personalInfo, experience[], skills[]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600">
                          <a:latin typeface="Times New Roman"/>
                        </a:defRPr>
                      </a:pPr>
                      <a:r>
                        <a:t>job_postings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Times New Roman"/>
                        </a:defRPr>
                      </a:pPr>
                      <a:r>
                        <a:t>Recruiter listings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Times New Roman"/>
                        </a:defRPr>
                      </a:pPr>
                      <a:r>
                        <a:t>recruiter_id, position, company, requirements[]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600">
                          <a:latin typeface="Times New Roman"/>
                        </a:defRPr>
                      </a:pPr>
                      <a:r>
                        <a:t>job_applications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Times New Roman"/>
                        </a:defRPr>
                      </a:pPr>
                      <a:r>
                        <a:t>Portal applications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Times New Roman"/>
                        </a:defRPr>
                      </a:pPr>
                      <a:r>
                        <a:t>user_id, job_id, resume_attachment, 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600">
                          <a:latin typeface="Times New Roman"/>
                        </a:defRPr>
                      </a:pPr>
                      <a:r>
                        <a:t>job_seeker_resumes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Times New Roman"/>
                        </a:defRPr>
                      </a:pPr>
                      <a:r>
                        <a:t>Uploaded 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Times New Roman"/>
                        </a:defRPr>
                      </a:pPr>
                      <a:r>
                        <a:t>user_id, name, file_content (base64)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Times New Roman"/>
              </a:defRPr>
            </a:pPr>
            <a:r>
              <a:t>Key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127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1. Visual Dashboard: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   - Charts showing application status distribution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   - Deadline calendar with color coding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   - Statistics cards (total, interviews, offers)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endParaRPr/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2. Resume Builder: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   - Multiple resume versions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   - Dynamic section addition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   - Professional structure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endParaRPr/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3. Job Portal: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   - Direct seeker-recruiter connection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   - Document upload and review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   - Real-time status updates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endParaRPr/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4. Analytics: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   - Recruiter hiring metrics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   - Application conversion rates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   - Pipeline visualization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Times New Roman"/>
              </a:defRPr>
            </a:pPr>
            <a:r>
              <a:t>Demo Walkthrough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127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Job Seeker Journey: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1. Sign up -&gt; Create account as job seeker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2. Build resume -&gt; Fill 6 sections with experience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3. Add job -&gt; Track Google application with deadline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4. Browse portal -&gt; Find matching positions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5. Apply -&gt; Upload resume + cover letter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6. Track progress -&gt; View status in dashboard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endParaRPr/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Recruiter Journey: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1. Post job -&gt; Create Full Stack Developer listing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2. Review applicants -&gt; View 20+ applications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3. Access documents -&gt; Download resumes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4. Make decisions -&gt; Accept/reject candidates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5. View analytics -&gt; Check conversion rates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Times New Roman"/>
              </a:defRPr>
            </a:pPr>
            <a:r>
              <a:t>Summary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127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Achievements: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Full-stack implementation with modern tech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Multi-role architecture serving 3 user types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- 30+ REST APIs with proper validation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- 6 MongoDB collections with indexing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File handling, analytics, and skill extraction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endParaRPr/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Limitations: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Passwords stored as plaintext (needs hashing)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No email notifications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No real-time updates (WebSocket)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Base64 storage (not optimal for scale)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endParaRPr/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Future Enhancements: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JWT authentication &amp; password hashing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Email/SMS notifications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AI-powered job matching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LinkedIn integration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Mobile app (React Native)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- Resume PDF export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Times New Roman"/>
              </a:defRPr>
            </a:pPr>
            <a:r>
              <a:t>THANK YOU</a:t>
            </a:r>
          </a:p>
          <a:p>
            <a:pPr algn="ctr">
              <a:spcBef>
                <a:spcPts val="2000"/>
              </a:spcBef>
              <a:defRPr sz="2400">
                <a:solidFill>
                  <a:srgbClr val="323232"/>
                </a:solidFill>
                <a:latin typeface="Times New Roman"/>
              </a:defRPr>
            </a:pPr>
            <a:r>
              <a:t>Questions?</a:t>
            </a:r>
          </a:p>
          <a:p>
            <a:pPr algn="ctr">
              <a:spcBef>
                <a:spcPts val="3000"/>
              </a:spcBef>
              <a:defRPr sz="1600">
                <a:solidFill>
                  <a:srgbClr val="323232"/>
                </a:solidFill>
                <a:latin typeface="Times New Roman"/>
              </a:defRPr>
            </a:pPr>
            <a:r>
              <a:t>GitHub: [Repository URL]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1079</Words>
  <Application>Microsoft Office PowerPoint</Application>
  <PresentationFormat>Widescreen</PresentationFormat>
  <Paragraphs>214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karthikeya are</cp:lastModifiedBy>
  <cp:revision>2</cp:revision>
  <dcterms:created xsi:type="dcterms:W3CDTF">2013-01-27T09:14:16Z</dcterms:created>
  <dcterms:modified xsi:type="dcterms:W3CDTF">2026-04-18T06:22:13Z</dcterms:modified>
  <cp:category/>
</cp:coreProperties>
</file>