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365760"/>
            <a:ext cx="2560320" cy="457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411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1DAFB"/>
                </a:solidFill>
              </a:defRPr>
            </a:pPr>
            <a:r>
              <a:t>⚛️ React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65760"/>
            <a:ext cx="2560320" cy="457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53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411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539E43"/>
                </a:solidFill>
              </a:defRPr>
            </a:pPr>
            <a:r>
              <a:t>🟢 Node.js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65760"/>
            <a:ext cx="2560320" cy="4572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47A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1148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7A248"/>
                </a:solidFill>
              </a:defRPr>
            </a:pPr>
            <a:r>
              <a:t>🍃 MongoDB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Job Tracking System</a:t>
            </a:r>
          </a:p>
          <a:p>
            <a:pPr algn="ctr">
              <a:spcBef>
                <a:spcPts val="1200"/>
              </a:spcBef>
              <a:defRPr sz="2800">
                <a:solidFill>
                  <a:srgbClr val="64748B"/>
                </a:solidFill>
              </a:defRPr>
            </a:pPr>
            <a:r>
              <a:t>Full Stack 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1DAFB"/>
                </a:solidFill>
              </a:defRPr>
            </a:pPr>
            <a:r>
              <a:t>React 19 • Node.js • Express • MongoDB 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Presented by: [Your Name] •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Challenge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1DAFB"/>
                </a:solidFill>
              </a:defRPr>
            </a:pPr>
            <a:r>
              <a:t>For Job Seekers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Managing 50+ applications across companies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Missing deadlines and follow-up dates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Scattered notes and spreadsheets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No visibility into application progress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554480"/>
            <a:ext cx="25400" cy="4114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9E0B"/>
                </a:solidFill>
              </a:defRPr>
            </a:pPr>
            <a:r>
              <a:t>For Recruiters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Overwhelmed by application volume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Disorganized candidate tracking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No analytics on hiring pipeline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• Manual document management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852160"/>
            <a:ext cx="10362895" cy="7315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4748B"/>
                </a:solidFill>
              </a:defRPr>
            </a:pPr>
            <a:r>
              <a:t>"The average job seeker applies to 50+ jobs but loses track within a week"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Solution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Job Tracking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A unified platform connecting job seekers, recruiters, and admins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1DAFB"/>
                </a:solidFill>
              </a:defRPr>
            </a:pPr>
            <a:r>
              <a:t>Key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✓ Track job applications with status updates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✓ Build professional resumes with structured sections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✓ Apply to jobs through integrated portal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✓ Analyze hiring metrics with visual dashboards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</a:defRPr>
            </a:pPr>
            <a:r>
              <a:t>✓ Extract skills from job descriptions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5303520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53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39E43"/>
                </a:solidFill>
              </a:defRPr>
            </a:pPr>
            <a:r>
              <a:t>User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400" b="1">
                <a:solidFill>
                  <a:srgbClr val="1E293B"/>
                </a:solidFill>
              </a:defRPr>
            </a:pPr>
            <a:r>
              <a:t>● Job Seeker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→ Track apps, build resumes, apply for jobs</a:t>
            </a:r>
          </a:p>
          <a:p>
            <a:pPr>
              <a:spcAft>
                <a:spcPts val="400"/>
              </a:spcAft>
              <a:defRPr sz="1400" b="1">
                <a:solidFill>
                  <a:srgbClr val="1E293B"/>
                </a:solidFill>
              </a:defRPr>
            </a:pPr>
            <a:r>
              <a:t>● Recruiter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→ Post jobs, review candidates, analytics</a:t>
            </a:r>
          </a:p>
          <a:p>
            <a:pPr>
              <a:spcAft>
                <a:spcPts val="400"/>
              </a:spcAft>
              <a:defRPr sz="1400" b="1">
                <a:solidFill>
                  <a:srgbClr val="1E293B"/>
                </a:solidFill>
              </a:defRPr>
            </a:pPr>
            <a:r>
              <a:t>● Admin</a:t>
            </a:r>
          </a:p>
          <a:p>
            <a:pPr>
              <a:spcAft>
                <a:spcPts val="1000"/>
              </a:spcAft>
              <a:defRPr sz="1200">
                <a:solidFill>
                  <a:srgbClr val="64748B"/>
                </a:solidFill>
              </a:defRPr>
            </a:pPr>
            <a:r>
              <a:t>  → Manage users, oversee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4572000"/>
          </a:xfrm>
          <a:prstGeom prst="roundRect">
            <a:avLst/>
          </a:prstGeom>
          <a:solidFill>
            <a:srgbClr val="F1F5F9"/>
          </a:solidFill>
          <a:ln w="381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1DAFB"/>
                </a:solidFill>
              </a:defRPr>
            </a:pPr>
            <a:r>
              <a:t>⚛️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React 19 - Component-based UI library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React Router - Client-side navigation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Chart.js &amp; Recharts - Data visualization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Axios - HTTP client for API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54480"/>
            <a:ext cx="3566160" cy="4572000"/>
          </a:xfrm>
          <a:prstGeom prst="roundRect">
            <a:avLst/>
          </a:prstGeom>
          <a:solidFill>
            <a:srgbClr val="F1F5F9"/>
          </a:solidFill>
          <a:ln w="38100">
            <a:solidFill>
              <a:srgbClr val="53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39E43"/>
                </a:solidFill>
              </a:defRPr>
            </a:pPr>
            <a:r>
              <a:t>🟢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Node.js - JavaScript runtime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Express.js - Web framework for REST APIs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MongoDB Driver - Database connectivity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Middleware - CORS, Auth, Error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54480"/>
            <a:ext cx="3566160" cy="4572000"/>
          </a:xfrm>
          <a:prstGeom prst="roundRect">
            <a:avLst/>
          </a:prstGeom>
          <a:solidFill>
            <a:srgbClr val="F1F5F9"/>
          </a:solidFill>
          <a:ln w="38100">
            <a:solidFill>
              <a:srgbClr val="47A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737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7A248"/>
                </a:solidFill>
              </a:defRPr>
            </a:pPr>
            <a:r>
              <a:t>🍃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MongoDB Atlas - Cloud-hosted NoSQL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6 collections with optimized indexing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BSON format for complex data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Automatic scaling &amp; backups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3-Tier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554480"/>
            <a:ext cx="8534095" cy="14630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69164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1DAFB"/>
                </a:solidFill>
              </a:defRPr>
            </a:pPr>
            <a:r>
              <a:t>📱 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574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React Frontend (Port 3000)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373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Dashboard Components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Resume Builder Forms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Job Portal Interface</a:t>
            </a:r>
          </a:p>
        </p:txBody>
      </p:sp>
      <p:sp>
        <p:nvSpPr>
          <p:cNvPr id="9" name="Down Arrow 8"/>
          <p:cNvSpPr/>
          <p:nvPr/>
        </p:nvSpPr>
        <p:spPr>
          <a:xfrm>
            <a:off x="5029200" y="3063240"/>
            <a:ext cx="1828800" cy="45720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3383280"/>
            <a:ext cx="8534095" cy="14630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53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352044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39E43"/>
                </a:solidFill>
              </a:defRPr>
            </a:pPr>
            <a:r>
              <a:t>⚙️ 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886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Express Server (Port 5000)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5661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30+ REST API Endpoints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Middleware (CORS, Auth)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Business Logic Handlers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029200" y="4892040"/>
            <a:ext cx="1828800" cy="45720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28800" y="5212080"/>
            <a:ext cx="8534095" cy="1463040"/>
          </a:xfrm>
          <a:prstGeom prst="roundRect">
            <a:avLst/>
          </a:prstGeom>
          <a:solidFill>
            <a:srgbClr val="F8FAFC"/>
          </a:solidFill>
          <a:ln w="38100">
            <a:solidFill>
              <a:srgbClr val="47A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5349240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7A248"/>
                </a:solidFill>
              </a:defRPr>
            </a:pPr>
            <a:r>
              <a:t>🗄️ 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7150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MongoDB Atlas (Cloud)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3949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users, jobs, resumes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job_postings, applications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</a:defRPr>
            </a:pPr>
            <a:r>
              <a:t>• Indexed Collections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Modules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Authentication &amp; Job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Authentication Module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User registration with role selection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Login with credential validation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Session management via localStorage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Role-based access control (client/recruiter/admin)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Job Tracking Module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**POST** /jobs → Add application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**GET** /jobs → View all applications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**PUT** /jobs/:id → Update status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**DELETE** /jobs/:id → Remove application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Fields: Company, Role, Status, Deadline, Follow-up, Notes, 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554480"/>
            <a:ext cx="25400" cy="502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Resume Builder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Personal Information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Professional Summary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Work Experience (multiple entries)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Education History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Skills (tag-based)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Projects Portfolio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F59E0B"/>
                </a:solidFill>
              </a:defRPr>
            </a:pPr>
            <a:r>
              <a:t>Job Portal</a:t>
            </a:r>
          </a:p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</a:defRPr>
            </a:pPr>
            <a:r>
              <a:t>For Recruiters: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Create job postings with requirements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Review applicants with documents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Update application status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View hiring analytics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Aft>
                <a:spcPts val="400"/>
              </a:spcAft>
              <a:defRPr sz="1300" b="1">
                <a:solidFill>
                  <a:srgbClr val="1E293B"/>
                </a:solidFill>
              </a:defRPr>
            </a:pPr>
            <a:r>
              <a:t>For Job Seekers: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Browse available positions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Apply with resume + cover letter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Track application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Modules (Continued)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Admin, File Upload &amp; Skill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61DAFB"/>
                </a:solidFill>
              </a:defRPr>
            </a:pPr>
            <a:r>
              <a:t>Admin Module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View all users and job postings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Delete users (cascades to their data)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Manage platform content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View system-wide statistics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61DAFB"/>
                </a:solidFill>
              </a:defRPr>
            </a:pPr>
            <a:r>
              <a:t>File Upload Module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Base64 encoding for storage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Resume and cover letter attachments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10MB size limit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Retrieval for recruiter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554480"/>
            <a:ext cx="25400" cy="502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61DAFB"/>
                </a:solidFill>
              </a:defRPr>
            </a:pPr>
            <a:r>
              <a:t>Skill Analysis Module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Keyword-based skill extraction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40+ predefined skills database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Contextual analysis (remote → Remote Collaboration)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Gap identification for job seekers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400"/>
              </a:spcAft>
              <a:defRPr sz="1800" b="1">
                <a:solidFill>
                  <a:srgbClr val="61DAFB"/>
                </a:solidFill>
              </a:defRPr>
            </a:pPr>
            <a:r>
              <a:t>Technical Highlights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**Frontend:** React Hooks, Context API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**Backend:** Express middleware pattern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**Database:** MongoDB aggregation queries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**Security:** Role validation per endpoint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53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API Design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REST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53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539E43"/>
                </a:solidFill>
              </a:defRPr>
            </a:pPr>
            <a:r>
              <a:t>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→ POST /signup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→ POST /login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54480"/>
            <a:ext cx="3566160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737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Job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→ POST /jobs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→ GET /jobs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→ PUT /jobs/:id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→ DELETE /jobs/:id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554480"/>
            <a:ext cx="3566160" cy="45720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7373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1DAFB"/>
                </a:solidFill>
              </a:defRPr>
            </a:pPr>
            <a:r>
              <a:t>Job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2860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→ POST /create-job-posting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→ POST /apply-job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Consolas"/>
              </a:defRPr>
            </a:pPr>
            <a:r>
              <a:t>→ PATCH /job-applications/:id/status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47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Database Design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MongoDB Collections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59436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Collection</a:t>
                      </a:r>
                    </a:p>
                  </a:txBody>
                  <a:tcPr>
                    <a:solidFill>
                      <a:srgbClr val="47A2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47A2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Key Fields</a:t>
                      </a:r>
                    </a:p>
                  </a:txBody>
                  <a:tcPr>
                    <a:solidFill>
                      <a:srgbClr val="47A24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username, password, role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Personal job apps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user_id, company, role, status, deadline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resumes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Resume builder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user_id, personalInfo, experience[], skills[]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job_postings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Recruiter listings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recruiter_id, position, company, requirements[]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job_applications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Portal 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user_id, job_id, resume_attachment, status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job_seeker_resumes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Uploaded files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user_id, name, file_content (base64)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778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4748B"/>
                </a:solidFill>
              </a:defRPr>
            </a:pPr>
            <a:r>
              <a:t>Indexing: users.username (unique), jobs.user_id (query opt), job_applications (compound)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📊 Visual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Charts showing application status, deadline calendar, statistics cards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📄 Resume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834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Multiple versions, dynamic sections, professional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91839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38327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🔗 Job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0331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Direct seeker-recruiter connection, document review, real-time updates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25195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📈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57199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Hiring metrics, conversion rates, pipeline visualization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29199"/>
            <a:ext cx="6400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120639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🤖 Smart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44067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Skill extraction, deadline reminders, company 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Demo Walkthrough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System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846320"/>
          </a:xfrm>
          <a:prstGeom prst="roundRect">
            <a:avLst/>
          </a:prstGeom>
          <a:solidFill>
            <a:srgbClr val="F1F5F9"/>
          </a:solidFill>
          <a:ln w="381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1DAFB"/>
                </a:solidFill>
              </a:defRPr>
            </a:pPr>
            <a:r>
              <a:t>Job Seeker Journey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86000"/>
            <a:ext cx="365760" cy="365760"/>
          </a:xfrm>
          <a:prstGeom prst="ellipse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Sign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60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Create account as job seeker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926080"/>
            <a:ext cx="365760" cy="365760"/>
          </a:xfrm>
          <a:prstGeom prst="ellipse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926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Build resume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00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Fill 6 sections with experience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566160"/>
            <a:ext cx="365760" cy="365760"/>
          </a:xfrm>
          <a:prstGeom prst="ellipse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661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Add job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840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Track Google application with deadline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206239"/>
            <a:ext cx="365760" cy="365760"/>
          </a:xfrm>
          <a:prstGeom prst="ellipse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51959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20623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Browse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48055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Find matching positions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920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846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Apply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1206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Upload resume + cover letter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486400"/>
            <a:ext cx="365760" cy="365760"/>
          </a:xfrm>
          <a:prstGeom prst="ellipse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486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Track progress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760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View status in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1554480"/>
            <a:ext cx="5486400" cy="4846320"/>
          </a:xfrm>
          <a:prstGeom prst="roundRect">
            <a:avLst/>
          </a:prstGeom>
          <a:solidFill>
            <a:srgbClr val="F1F5F9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7373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</a:defRPr>
            </a:pPr>
            <a:r>
              <a:t>Recruiter Journey</a:t>
            </a:r>
          </a:p>
        </p:txBody>
      </p:sp>
      <p:sp>
        <p:nvSpPr>
          <p:cNvPr id="33" name="Oval 32"/>
          <p:cNvSpPr/>
          <p:nvPr/>
        </p:nvSpPr>
        <p:spPr>
          <a:xfrm>
            <a:off x="6492240" y="228600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3317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22860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Post job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2560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Create Full Stack Developer listing</a:t>
            </a:r>
          </a:p>
        </p:txBody>
      </p:sp>
      <p:sp>
        <p:nvSpPr>
          <p:cNvPr id="37" name="Oval 36"/>
          <p:cNvSpPr/>
          <p:nvPr/>
        </p:nvSpPr>
        <p:spPr>
          <a:xfrm>
            <a:off x="6492240" y="29260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971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2926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Review applicants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3200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View 20+ applications</a:t>
            </a:r>
          </a:p>
        </p:txBody>
      </p:sp>
      <p:sp>
        <p:nvSpPr>
          <p:cNvPr id="41" name="Oval 40"/>
          <p:cNvSpPr/>
          <p:nvPr/>
        </p:nvSpPr>
        <p:spPr>
          <a:xfrm>
            <a:off x="6492240" y="356616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611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35661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Access documents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38404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Download resumes</a:t>
            </a:r>
          </a:p>
        </p:txBody>
      </p:sp>
      <p:sp>
        <p:nvSpPr>
          <p:cNvPr id="45" name="Oval 44"/>
          <p:cNvSpPr/>
          <p:nvPr/>
        </p:nvSpPr>
        <p:spPr>
          <a:xfrm>
            <a:off x="6492240" y="4206239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251959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20623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Make decisions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4480559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Accept/reject candidates</a:t>
            </a:r>
          </a:p>
        </p:txBody>
      </p:sp>
      <p:sp>
        <p:nvSpPr>
          <p:cNvPr id="49" name="Oval 48"/>
          <p:cNvSpPr/>
          <p:nvPr/>
        </p:nvSpPr>
        <p:spPr>
          <a:xfrm>
            <a:off x="6492240" y="484632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8920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60" y="4846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● View analytics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60" y="51206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  → Check conversion rates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5486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2743200" cy="54864"/>
          </a:xfrm>
          <a:prstGeom prst="rect">
            <a:avLst/>
          </a:prstGeom>
          <a:solidFill>
            <a:srgbClr val="47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56616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47A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7A248"/>
                </a:solidFill>
              </a:defRPr>
            </a:pPr>
            <a:r>
              <a:t>✅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Full-stack MERN implementation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Multi-role architecture (3 types)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30+ REST APIs with validation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6 MongoDB collections + indexing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File handling &amp; analytics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3,500+ lines of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554480"/>
            <a:ext cx="356616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7373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⚠️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Plaintext passwords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No email notifications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No real-time WebSocket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Base64 storage (MVP scale)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7955279" y="1554480"/>
            <a:ext cx="3566160" cy="48463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73736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1DAFB"/>
                </a:solidFill>
              </a:defRPr>
            </a:pPr>
            <a:r>
              <a:t>🚀 Future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2860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JWT + bcrypt security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Email/SMS notifications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AI job matching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LinkedIn integration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React Native mobile app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</a:defRPr>
            </a:pPr>
            <a:r>
              <a:t>• PDF resume export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560320"/>
            <a:ext cx="4876495" cy="109728"/>
          </a:xfrm>
          <a:prstGeom prst="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880360"/>
            <a:ext cx="4876495" cy="109728"/>
          </a:xfrm>
          <a:prstGeom prst="rect">
            <a:avLst/>
          </a:prstGeom>
          <a:solidFill>
            <a:srgbClr val="539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3200400"/>
            <a:ext cx="4876495" cy="109728"/>
          </a:xfrm>
          <a:prstGeom prst="rect">
            <a:avLst/>
          </a:prstGeom>
          <a:solidFill>
            <a:srgbClr val="47A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3000"/>
              </a:spcBef>
              <a:defRPr sz="2400">
                <a:solidFill>
                  <a:srgbClr val="61DAFB"/>
                </a:solidFill>
              </a:defRPr>
            </a:pPr>
            <a:r>
              <a:t>React 19 • Node.js • Express • MongoDB Atlas</a:t>
            </a:r>
          </a:p>
          <a:p>
            <a:pPr algn="ctr">
              <a:spcBef>
                <a:spcPts val="2500"/>
              </a:spcBef>
              <a:defRPr sz="3200">
                <a:solidFill>
                  <a:srgbClr val="64748B"/>
                </a:solidFill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GitHub: [Repository URL] • Demo: http://localhost:3000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