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Job Tracking System</a:t>
            </a:r>
          </a:p>
          <a:p>
            <a:pPr algn="ctr">
              <a:defRPr sz="2800">
                <a:solidFill>
                  <a:srgbClr val="C8C8C8"/>
                </a:solidFill>
              </a:defRPr>
            </a:pPr>
            <a:r>
              <a:t>Full Stack Web Application</a:t>
            </a:r>
            <a:br/>
            <a:br/>
            <a:r>
              <a:t>Tech Stack: React | Node.js | Express | MongoDB Atlas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Challenge -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For Job Seekers: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Managing 50+ applications across multiple companies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Missing deadlines and follow-up dates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Scattered notes and spreadsheets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No visibility into application progress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For Recruiters: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Overwhelmed by application volume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Disorganized candidate tracking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No analytics on hiring pipeline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Manual document management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1800" i="1">
                <a:solidFill>
                  <a:srgbClr val="505050"/>
                </a:solidFill>
              </a:defRPr>
            </a:pPr>
            <a:r>
              <a:t>"The average job seeker applies to 50+ jobs but loses track within a week"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Our Solution: Job Tracking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8508C"/>
                </a:solidFill>
              </a:defRPr>
            </a:pPr>
            <a:r>
              <a:t>A unified platform connecting job seekers, recruiters, and admins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Key Capabilities: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**Track** job applications with status updates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**Build** professional resumes with structured sections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**Apply** to jobs through integrated portal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**Analyze** hiring metrics with visual dashboards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**Extract** skills from job descriptions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User Roles: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**Job Seeker** → Track apps, build resumes, apply for jobs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**Recruiter** → Post jobs, review candidates, analytics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**Admin** → Manage users, oversee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Frontend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**React 19** - Component-based UI library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**React Router** - Client-side navigation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**Chart.js &amp; Recharts** - Data visualization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**Axios** - HTTP client for API calls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Backend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**Node.js** - JavaScript runtime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**Express.js** - Web framework for REST APIs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**MongoDB Driver** - Database connectivity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Database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**MongoDB Atlas** - Cloud-hosted NoSQL database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6 collections with optimized indexing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3-Tier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PRESENTATION LAYER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React Frontend (Port 3000)</a:t>
            </a:r>
          </a:p>
          <a:p>
            <a:pPr lvl="1">
              <a:spcAft>
                <a:spcPts val="600"/>
              </a:spcAft>
              <a:defRPr sz="1600">
                <a:solidFill>
                  <a:srgbClr val="464646"/>
                </a:solidFill>
              </a:defRPr>
            </a:pPr>
            <a:r>
              <a:t>   ◦ Dashboard Components</a:t>
            </a:r>
          </a:p>
          <a:p>
            <a:pPr lvl="1">
              <a:spcAft>
                <a:spcPts val="600"/>
              </a:spcAft>
              <a:defRPr sz="1600">
                <a:solidFill>
                  <a:srgbClr val="464646"/>
                </a:solidFill>
              </a:defRPr>
            </a:pPr>
            <a:r>
              <a:t>   ◦ Resume Builder Forms</a:t>
            </a:r>
          </a:p>
          <a:p>
            <a:pPr lvl="1">
              <a:spcAft>
                <a:spcPts val="600"/>
              </a:spcAft>
              <a:defRPr sz="1600">
                <a:solidFill>
                  <a:srgbClr val="464646"/>
                </a:solidFill>
              </a:defRPr>
            </a:pPr>
            <a:r>
              <a:t>   ◦ Job Portal Interface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APPLICATION LAYER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Express Server (Port 5000)</a:t>
            </a:r>
          </a:p>
          <a:p>
            <a:pPr lvl="1">
              <a:spcAft>
                <a:spcPts val="600"/>
              </a:spcAft>
              <a:defRPr sz="1600">
                <a:solidFill>
                  <a:srgbClr val="464646"/>
                </a:solidFill>
              </a:defRPr>
            </a:pPr>
            <a:r>
              <a:t>   ◦ 30+ REST API Endpoints</a:t>
            </a:r>
          </a:p>
          <a:p>
            <a:pPr lvl="1">
              <a:spcAft>
                <a:spcPts val="600"/>
              </a:spcAft>
              <a:defRPr sz="1600">
                <a:solidFill>
                  <a:srgbClr val="464646"/>
                </a:solidFill>
              </a:defRPr>
            </a:pPr>
            <a:r>
              <a:t>   ◦ Middleware (CORS, Auth)</a:t>
            </a:r>
          </a:p>
          <a:p>
            <a:pPr lvl="1">
              <a:spcAft>
                <a:spcPts val="600"/>
              </a:spcAft>
              <a:defRPr sz="1600">
                <a:solidFill>
                  <a:srgbClr val="464646"/>
                </a:solidFill>
              </a:defRPr>
            </a:pPr>
            <a:r>
              <a:t>   ◦ Business Logic Handlers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DATA LAYER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MongoDB Atlas (Cloud)</a:t>
            </a:r>
          </a:p>
          <a:p>
            <a:pPr lvl="1">
              <a:spcAft>
                <a:spcPts val="600"/>
              </a:spcAft>
              <a:defRPr sz="1600">
                <a:solidFill>
                  <a:srgbClr val="464646"/>
                </a:solidFill>
              </a:defRPr>
            </a:pPr>
            <a:r>
              <a:t>   ◦ users, jobs, resumes</a:t>
            </a:r>
          </a:p>
          <a:p>
            <a:pPr lvl="1">
              <a:spcAft>
                <a:spcPts val="600"/>
              </a:spcAft>
              <a:defRPr sz="1600">
                <a:solidFill>
                  <a:srgbClr val="464646"/>
                </a:solidFill>
              </a:defRPr>
            </a:pPr>
            <a:r>
              <a:t>   ◦ job_postings, applications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Core Modules: Authentication &amp; Job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Authentication Module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User registration with role selection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Login with credential validation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Session management via localStorage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Role-based access control (client/recruiter/admin)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Job Tracking Module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**POST** /jobs → Add application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**GET** /jobs → View all applications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**PUT** /jobs/:id → Update status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**DELETE** /jobs/:id → Remove application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**Fields Tracked:** Company, Role, Status, Deadline, Follow-up, Notes, URL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Core Modules: Resume Builder &amp; Job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Resume Builder Module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1. Personal Information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2. Professional Summary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3. Work Experience (multiple entries)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4. Education History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5. Skills (tag-based)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6. Projects Portfolio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Job Portal Module</a:t>
            </a:r>
          </a:p>
          <a:p>
            <a:pPr>
              <a:spcAft>
                <a:spcPts val="600"/>
              </a:spcAft>
              <a:defRPr sz="2000" b="1">
                <a:solidFill>
                  <a:srgbClr val="28508C"/>
                </a:solidFill>
              </a:defRPr>
            </a:pPr>
            <a:r>
              <a:t>For Recruiters: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Create job postings with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Review applicants with documents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Update application status (accept/reject)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View hiring analytics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28508C"/>
                </a:solidFill>
              </a:defRPr>
            </a:pPr>
            <a:r>
              <a:t>For Job Seekers: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Browse available positions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Apply with resume + cover letter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Track application status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Core Modules: Admin, File Upload &amp; Skill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Admin Module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View all users and job postings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Delete users (cascades to their data)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Manage platform content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View system-wide statistics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File Upload Module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Base64 encoding for storage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Resume and cover letter attachments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10MB size limit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Retrieval for recruiter review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Skill Analysis Module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Keyword-based skill extraction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40+ predefined skills database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Contextual analysis (remote → Remote Collaboration)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Gap identification for job seekers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Major API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Authentication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**POST** /signup - User registration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**POST** /login - User authentication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Job Management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**POST** /jobs - Add application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**GET** /jobs - List applications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**PUT** /jobs/:id - Update application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**DELETE** /jobs/:id - Delete application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Job Portal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**POST** /create-job-posting - Recruiter posts job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**POST** /apply-job - Seeker applies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**PATCH** /job-applications/:id/status - Recruiter decision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MongoDB Collections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Collection</a:t>
                      </a:r>
                    </a:p>
                  </a:txBody>
                  <a:tcPr>
                    <a:solidFill>
                      <a:srgbClr val="2850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2850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Key Fields</a:t>
                      </a:r>
                    </a:p>
                  </a:txBody>
                  <a:tcPr>
                    <a:solidFill>
                      <a:srgbClr val="28508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username, password, role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jobs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Personal job apps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user_id, company, role, status, deadline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resumes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Resume builder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user_id, personalInfo, experience[], skills[]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job_postings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Recruiter listings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recruiter_id, position, company, requirements[]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job_applications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Portal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user_id, job_id, resume_attachment, status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job_seeker_resumes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Uploaded files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user_id, name, file_content (base64)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Makes This System Powerful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1. Visual Dashboard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Charts showing application status distribution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Deadline calendar with color coding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Statistics cards (total, interviews, offers)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2. Resume Builder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Multiple resume versions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Dynamic section addition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Professional structure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3. Job Portal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Direct seeker-recruiter connection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Document upload and review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Real-time status updates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4. Analytics &amp; Smart Features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Recruiter hiring metrics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Skill extraction from descriptions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Deadline reminders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in Action - 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Job Seeker Journey: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1. **Sign up** → Create account as job seeker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2. **Build resume** → Fill 6 sections with experience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3. **Add job** → Track Google application with deadline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4. **Browse portal** → Find matching positions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5. **Apply** → Upload resume + cover letter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6. **Track progress** → View status in dashboard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Recruiter Journey: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1. **Post job** → Create Full Stack Developer listing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2. **Review applicants** → View 20+ applications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3. **Access documents** → Download resumes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4. **Make decisions** → Accept/reject candidates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5. **View analytics** → Check conversion rates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Achievements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Full-stack implementation with modern tech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Multi-role architecture serving 3 user types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30+ REST APIs with proper validation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6 MongoDB collections with indexing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File handling, analytics, and skill extraction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Limitations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Passwords stored as plaintext (needs hashing)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No email notifications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No real-time updates (WebSocket)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 b="1">
                <a:solidFill>
                  <a:srgbClr val="19376D"/>
                </a:solidFill>
              </a:defRPr>
            </a:pPr>
            <a:r>
              <a:t>Future Enhancements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JWT authentication &amp; password hashing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Email/SMS notifications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AI-powered job matching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LinkedIn integration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Mobile app (React Native)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Resume PDF export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Bef>
                <a:spcPts val="2000"/>
              </a:spcBef>
              <a:defRPr sz="3600">
                <a:solidFill>
                  <a:srgbClr val="C8DCFF"/>
                </a:solidFill>
              </a:defRPr>
            </a:pPr>
            <a:r>
              <a:t>Questions?</a:t>
            </a:r>
            <a:br/>
            <a:br/>
            <a:r>
              <a:t>GitHub: [Repository URL]</a:t>
            </a:r>
            <a:br/>
            <a:r>
              <a:t>Demo: http://localhost:3000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