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914400"/>
            <a:ext cx="1371600" cy="1371600"/>
          </a:xfrm>
          <a:prstGeom prst="ellipse">
            <a:avLst/>
          </a:prstGeom>
          <a:solidFill>
            <a:srgbClr val="2563EB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972800" y="4572000"/>
            <a:ext cx="1828800" cy="1828800"/>
          </a:xfrm>
          <a:prstGeom prst="ellipse">
            <a:avLst/>
          </a:prstGeom>
          <a:solidFill>
            <a:srgbClr val="2563EB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57200" y="5486400"/>
            <a:ext cx="914400" cy="914400"/>
          </a:xfrm>
          <a:prstGeom prst="ellipse">
            <a:avLst/>
          </a:prstGeom>
          <a:solidFill>
            <a:srgbClr val="2563EB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 Light"/>
              </a:defRPr>
            </a:pPr>
            <a:r>
              <a:rPr dirty="0"/>
              <a:t>Job Tracking System</a:t>
            </a:r>
          </a:p>
          <a:p>
            <a:pPr algn="ctr">
              <a:spcBef>
                <a:spcPts val="1200"/>
              </a:spcBef>
              <a:defRPr sz="2800">
                <a:solidFill>
                  <a:srgbClr val="60A5FA"/>
                </a:solidFill>
              </a:defRPr>
            </a:pPr>
            <a:r>
              <a:rPr dirty="0"/>
              <a:t>Full Stack Web 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4114800"/>
            <a:ext cx="5790895" cy="5486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72236" y="4160520"/>
            <a:ext cx="484722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lang="en-IN" dirty="0">
                <a:latin typeface="Arial Rounded MT Bold" panose="020F0704030504030204" pitchFamily="34" charset="0"/>
              </a:rPr>
              <a:t>TEAM - 8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 </a:t>
            </a:r>
            <a:endParaRPr lang="en-IN" dirty="0"/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React 19 • Node.js • </a:t>
            </a:r>
            <a:r>
              <a:rPr dirty="0">
                <a:latin typeface="Arial Rounded MT Bold" panose="020F0704030504030204" pitchFamily="34" charset="0"/>
              </a:rPr>
              <a:t>Express • MongoDB </a:t>
            </a:r>
            <a:r>
              <a:rPr dirty="0"/>
              <a:t>Atlas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Presented by: [Your Name]  •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664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FFFFF">
                    <a:lumMod val="80000"/>
                  </a:srgbClr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Problem &amp;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● For Job Seekers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Managing 50+ applications across companies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Missing deadlines and follow-ups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Scattered notes and spreadsheets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No visibility into progress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25400" cy="502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● For Recruiters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Overwhelmed by application volume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Disorganized candidate tracking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No analytics on hiring pipeline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Manual document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30000" cy="5212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600"/>
              </a:spcBef>
              <a:defRPr sz="2200" b="1">
                <a:solidFill>
                  <a:srgbClr val="0F172A"/>
                </a:solidFill>
              </a:defRPr>
            </a:pPr>
            <a:r>
              <a:t>A Unified Platform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**Track** job applications with real-time status updates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**Build** professional resumes with structured sections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**Apply** to jobs through integrated portal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**Analyze** hiring metrics with visual dashboards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**Extract** skills from job descriptions automatically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2563EB"/>
                </a:solidFill>
              </a:defRPr>
            </a:pPr>
            <a:r>
              <a:t>User Roles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**Job Seeker** → Track apps, build resumes, apply for jobs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**Recruiter** → Post jobs, review candidates, analytics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**Admin** → Manage users, oversee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FFFFF">
                    <a:lumMod val="80000"/>
                  </a:srgbClr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30000" cy="5212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2563EB"/>
                </a:solidFill>
              </a:defRPr>
            </a:pPr>
            <a:r>
              <a:t>Frontend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**React 19** — Component-based UI library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**React Router** — Client-side navigation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**Chart.js &amp; Recharts** — Data visualization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**Axios** — HTTP client for API calls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2563EB"/>
                </a:solidFill>
              </a:defRPr>
            </a:pPr>
            <a:r>
              <a:t>Backend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**Node.js** — JavaScript runtime environment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**Express.js** — Web framework for REST APIs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**MongoDB Driver** — Database connectivity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2563EB"/>
                </a:solidFill>
              </a:defRPr>
            </a:pPr>
            <a:r>
              <a:t>Database &amp; Cloud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**MongoDB Atlas** — Cloud-hosted NoSQL database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**6 collections** with optimized indexing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3657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3-Tier 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463040"/>
            <a:ext cx="8534095" cy="137160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1554480"/>
            <a:ext cx="8229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📱 PRESENTATION LAYER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React 19 Frontend (Port 3000) • Dashboard • Resume Builder • Job Portal</a:t>
            </a:r>
          </a:p>
        </p:txBody>
      </p:sp>
      <p:sp>
        <p:nvSpPr>
          <p:cNvPr id="8" name="Down Arrow 7"/>
          <p:cNvSpPr/>
          <p:nvPr/>
        </p:nvSpPr>
        <p:spPr>
          <a:xfrm>
            <a:off x="5029200" y="2880360"/>
            <a:ext cx="1828800" cy="45720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0" y="28803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HTTP/JSON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383280"/>
            <a:ext cx="8534095" cy="13716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80" y="3474720"/>
            <a:ext cx="8229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5309"/>
                </a:solidFill>
              </a:defRPr>
            </a:pPr>
            <a:r>
              <a:t>⚙️ APPLICATION LAYER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Express Server (Port 5000) • 30+ REST APIs • Middleware • Business Logic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029200" y="4800600"/>
            <a:ext cx="1828800" cy="45720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0" y="48006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748B"/>
                </a:solidFill>
              </a:defRPr>
            </a:pPr>
            <a:r>
              <a:t>MongoDB Protocol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303520"/>
            <a:ext cx="8534095" cy="128016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011680" y="53949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6534"/>
                </a:solidFill>
              </a:defRPr>
            </a:pPr>
            <a:r>
              <a:t>🗄️ DATA LAYER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MongoDB Atlas (Cloud) • users • jobs • resumes • job_postings • applications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FFFFF">
                    <a:lumMod val="80000"/>
                  </a:srgbClr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Core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12191695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Core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● Authentication &amp; Job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User registration with role selection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Login with credential validation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Session management via localStorage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Role-based access control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POST /jobs → Add application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GET /jobs → View all applications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PUT /jobs/:id → Update status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DELETE /jobs/:id → Remove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25400" cy="502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● Resume Builder &amp;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Personal Information section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Professional Summary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Work Experience (multiple)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Education History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Skills (tag-based)</a:t>
            </a:r>
          </a:p>
          <a:p>
            <a:pPr>
              <a:spcAft>
                <a:spcPts val="800"/>
              </a:spcAft>
              <a:defRPr sz="1600">
                <a:solidFill>
                  <a:srgbClr val="1E293B"/>
                </a:solidFill>
              </a:defRPr>
            </a:pPr>
            <a:r>
              <a:t>▸ Projects Portfolio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endParaRPr/>
          </a:p>
          <a:p>
            <a:pPr>
              <a:defRPr sz="1600">
                <a:solidFill>
                  <a:srgbClr val="1E293B"/>
                </a:solidFill>
              </a:defRPr>
            </a:pPr>
            <a:r>
              <a:t>Recruiters: Post jobs, review, decide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Seekers: Browse, apply, track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Additional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30000" cy="5212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5237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2563EB"/>
                </a:solidFill>
              </a:defRPr>
            </a:pPr>
            <a:r>
              <a:rPr dirty="0"/>
              <a:t>Admin Module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• View all users and job postings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• Delete users with cascade data removal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• Manage platform content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• View system-wide statistics</a:t>
            </a:r>
          </a:p>
          <a:p>
            <a:pPr>
              <a:spcAft>
                <a:spcPts val="600"/>
              </a:spcAft>
            </a:pPr>
            <a:endParaRPr dirty="0"/>
          </a:p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2563EB"/>
                </a:solidFill>
              </a:defRPr>
            </a:pPr>
            <a:r>
              <a:rPr dirty="0"/>
              <a:t>File Upload Module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• Base64 encoding for document storage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• Resume and cover letter attachments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• 10MB size limit per file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• Retrieval for recruiter review</a:t>
            </a:r>
          </a:p>
          <a:p>
            <a:pPr>
              <a:spcAft>
                <a:spcPts val="600"/>
              </a:spcAft>
            </a:pPr>
            <a:endParaRPr dirty="0"/>
          </a:p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2563EB"/>
                </a:solidFill>
              </a:defRPr>
            </a:pPr>
            <a:r>
              <a:rPr dirty="0"/>
              <a:t>Skill Analysis Module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• Keyword-based skill extraction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• 40+ predefined skills database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FFFFF">
                    <a:lumMod val="80000"/>
                  </a:srgbClr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Data &amp; APIs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REST API Endpoints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30000" cy="5212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2563EB"/>
                </a:solidFill>
              </a:defRPr>
            </a:pPr>
            <a:r>
              <a:t>Authentication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**POST** /signup — User registration with validation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**POST** /login — User authentication &amp; session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2563EB"/>
                </a:solidFill>
              </a:defRPr>
            </a:pPr>
            <a:r>
              <a:t>Job Management (Personal Tracking)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**POST** /jobs — Create new job application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**GET** /jobs — Retrieve all applications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**PUT** /jobs/:id — Update application status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**DELETE** /jobs/:id — Remove application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2563EB"/>
                </a:solidFill>
              </a:defRPr>
            </a:pPr>
            <a:r>
              <a:t>Job Portal (Platform)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**POST** /create-job-posting — Recruiter creates listing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**POST** /apply-job — Seeker submits application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**PATCH** /job-applications/:id/status — Recruiter decision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3657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MongoDB Collections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09728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Collection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Key Fields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Authentication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username, password_hash, role, created_at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jobs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Personal job apps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user_id, company, role, status, deadline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resumes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Resume builder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user_id, personal_info, experience[], skills[]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job_postings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Recruiter listings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recruiter_id, position, company, requirements[]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job_applications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Portal apps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user_id, job_id, resume_file,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seeker_resumes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File storage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user_id, filename, content (base64)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0" b="1">
                <a:solidFill>
                  <a:srgbClr val="FFFFFF">
                    <a:lumMod val="80000"/>
                  </a:srgbClr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560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Demo &amp; Results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Key Features &amp; Capabilities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30000" cy="5212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2563EB"/>
                </a:solidFill>
              </a:defRPr>
            </a:pPr>
            <a:r>
              <a:t>📊 Visual Dashboard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Charts showing application status distribution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Deadline calendar with color coding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Statistics cards (total, interviews, offers)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2563EB"/>
                </a:solidFill>
              </a:defRPr>
            </a:pPr>
            <a:r>
              <a:t>📄 Resume Builder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Multiple resume versions support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Dynamic section addition/removal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Professional structured layout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2563EB"/>
                </a:solidFill>
              </a:defRPr>
            </a:pPr>
            <a:r>
              <a:t>🔗 Job Portal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Direct seeker-recruiter connection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Document upload and review system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Real-time application status updates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3657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User Journey: Job Seeker</a:t>
            </a:r>
          </a:p>
          <a:p>
            <a:pPr>
              <a:defRPr sz="1400">
                <a:solidFill>
                  <a:srgbClr val="60A5FA"/>
                </a:solidFill>
              </a:defRPr>
            </a:pPr>
            <a:r>
              <a:t>From registration to application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64592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508760" y="1874520"/>
            <a:ext cx="237744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Sign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Create account as job seeker with profile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16459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0" y="1737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874520"/>
            <a:ext cx="237744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20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Build Resume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8346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Fill all 6 sections with experience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0" y="1645920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0" y="1737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1874520"/>
            <a:ext cx="237744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0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Find Jobs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8346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Browse portal for matching positions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1645920"/>
            <a:ext cx="548640" cy="5486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0" y="1737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</a:defRPr>
            </a:pPr>
            <a:r>
              <a:t>Apply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8346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Upload resume + cover letter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Achievements &amp;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30000" cy="5212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2563EB"/>
                </a:solidFill>
              </a:defRPr>
            </a:pPr>
            <a:r>
              <a:t>✅ Project Accomplishments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Full-stack implementation with modern MERN stack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Multi-role architecture serving 3 user types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30+ REST APIs with input validation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6 MongoDB collections with proper indexing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File handling, analytics, and skill extraction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2563EB"/>
                </a:solidFill>
              </a:defRPr>
            </a:pPr>
            <a:r>
              <a:t>📊 System Stats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**3,500+** Lines of Code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**22** React Components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**30+** API Endpoints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**6** Database Collections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t>• **4** User Roles Supported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170432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71600"/>
            <a:ext cx="11430000" cy="5212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319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2563EB"/>
                </a:solidFill>
              </a:defRPr>
            </a:pPr>
            <a:r>
              <a:rPr dirty="0"/>
              <a:t>Security Improvements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• JWT authentication &amp; </a:t>
            </a:r>
            <a:r>
              <a:rPr dirty="0" err="1"/>
              <a:t>bcrypt</a:t>
            </a:r>
            <a:r>
              <a:rPr dirty="0"/>
              <a:t> password hashing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• Rate limiting and input sanitization</a:t>
            </a:r>
          </a:p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2563EB"/>
                </a:solidFill>
              </a:defRPr>
            </a:pPr>
            <a:r>
              <a:rPr dirty="0"/>
              <a:t> Communication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• Email notifications for status updates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• SMS alerts for deadline reminders</a:t>
            </a:r>
          </a:p>
          <a:p>
            <a:pPr>
              <a:spcAft>
                <a:spcPts val="600"/>
              </a:spcAft>
            </a:pPr>
            <a:endParaRPr dirty="0"/>
          </a:p>
          <a:p>
            <a:pPr>
              <a:spcBef>
                <a:spcPts val="1400"/>
              </a:spcBef>
              <a:spcAft>
                <a:spcPts val="600"/>
              </a:spcAft>
              <a:defRPr sz="2000" b="1">
                <a:solidFill>
                  <a:srgbClr val="2563EB"/>
                </a:solidFill>
              </a:defRPr>
            </a:pPr>
            <a:r>
              <a:rPr dirty="0"/>
              <a:t>AI &amp; Integrations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• AI-powered job matching algorithm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• LinkedIn profile integration</a:t>
            </a:r>
          </a:p>
          <a:p>
            <a:pPr>
              <a:spcAft>
                <a:spcPts val="400"/>
              </a:spcAft>
              <a:defRPr sz="1600">
                <a:solidFill>
                  <a:srgbClr val="1E293B"/>
                </a:solidFill>
              </a:defRPr>
            </a:pPr>
            <a:r>
              <a:rPr dirty="0"/>
              <a:t>• Resume PDF export functionality</a:t>
            </a:r>
          </a:p>
          <a:p>
            <a:pPr>
              <a:spcAft>
                <a:spcPts val="600"/>
              </a:spcAft>
            </a:pP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2563EB">
              <a:lumMod val="80000"/>
              <a:lumOff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4572000"/>
            <a:ext cx="2743200" cy="2743200"/>
          </a:xfrm>
          <a:prstGeom prst="ellipse">
            <a:avLst/>
          </a:prstGeom>
          <a:solidFill>
            <a:srgbClr val="F59E0B">
              <a:lumMod val="80000"/>
              <a:lumOff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144000" y="-457200"/>
            <a:ext cx="1828800" cy="1828800"/>
          </a:xfrm>
          <a:prstGeom prst="ellipse">
            <a:avLst/>
          </a:prstGeom>
          <a:solidFill>
            <a:srgbClr val="1E293B">
              <a:lumMod val="80000"/>
              <a:lumOff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3200">
                <a:solidFill>
                  <a:srgbClr val="60A5FA"/>
                </a:solidFill>
              </a:defRPr>
            </a:pPr>
            <a:r>
              <a:t>Questions?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4754880"/>
            <a:ext cx="670529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0" y="4892040"/>
            <a:ext cx="6705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🔗 GitHub: [Repository URL]</a:t>
            </a:r>
          </a:p>
          <a:p>
            <a:pPr algn="ctr">
              <a:defRPr sz="1400">
                <a:solidFill>
                  <a:srgbClr val="60A5FA"/>
                </a:solidFill>
              </a:defRPr>
            </a:pPr>
            <a:r>
              <a:t>🌐 Demo: http://localhost:3000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975</Words>
  <Application>Microsoft Office PowerPoint</Application>
  <PresentationFormat>Widescreen</PresentationFormat>
  <Paragraphs>196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Rounded MT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karthikeya are</cp:lastModifiedBy>
  <cp:revision>2</cp:revision>
  <dcterms:created xsi:type="dcterms:W3CDTF">2013-01-27T09:14:16Z</dcterms:created>
  <dcterms:modified xsi:type="dcterms:W3CDTF">2026-04-18T05:58:45Z</dcterms:modified>
  <cp:category/>
</cp:coreProperties>
</file>