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91440"/>
            <a:ext cx="4876495" cy="73152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28600"/>
            <a:ext cx="4876495" cy="73152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365760"/>
            <a:ext cx="4876495" cy="73152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Job Tracking System</a:t>
            </a:r>
          </a:p>
          <a:p>
            <a:pPr algn="ctr">
              <a:spcBef>
                <a:spcPts val="2000"/>
              </a:spcBef>
              <a:defRPr sz="2800">
                <a:solidFill>
                  <a:srgbClr val="61DAFB"/>
                </a:solidFill>
              </a:defRPr>
            </a:pPr>
            <a:r>
              <a:t>⚛️ React 19  •  🟢 Node.js + Express  •  🍃 MongoDB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Full-Stack Technical Architecture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Technical Interview Presentation •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3-Tier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50292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1DAFB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22 Components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React Router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Chart.js + Recharts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Axios 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50292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39E43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Node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30+ REST APIs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Middleware Layer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Auth Controllers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Error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50292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7A248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172A"/>
                </a:solidFill>
              </a:defRPr>
            </a:pPr>
            <a:r>
              <a:t>MongoDB Atlas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6 Collections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Indexed Schema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Cloud Hosted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• BSON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⚛️ FRONTEND: React 19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1DAFB"/>
                </a:solidFill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Component-based architecture (22 reusable components)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Functional components with React Hooks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React Router v6 for client-side navigation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Protected routes with role-based access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Axios for HTTP API calls with interceptors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State Management: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React Context API for global auth state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useState for local component state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• Props drilling minimized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25400" cy="502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1DAFB"/>
                </a:solidFill>
              </a:defRPr>
            </a:pPr>
            <a:r>
              <a:t>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• Dynamic forms for Resume Builder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Add/remove work experiences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Controlled components pattern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• Role-based UI rendering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Same app, different dashboards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Conditional route rendering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• Data Visualization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Chart.js + Recharts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Dashboard analytics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• Session Management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localStorage persistence</a:t>
            </a:r>
          </a:p>
          <a:p>
            <a:pPr>
              <a:spcAft>
                <a:spcPts val="300"/>
              </a:spcAft>
              <a:defRPr sz="1300">
                <a:solidFill>
                  <a:srgbClr val="64748B"/>
                </a:solidFill>
              </a:defRPr>
            </a:pPr>
            <a:r>
              <a:t>  - JWT-ready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🟢 BACKEND: Node.js +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39E43"/>
                </a:solidFill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Express.js framework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30+ REST API endpoints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MVC pattern (no View)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Controller separation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Business logic isolated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39E43"/>
                </a:solidFill>
              </a:defRPr>
            </a:pPr>
            <a:r>
              <a:t>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CORS handling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Auth validation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Role checking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Error handling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Request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39E43"/>
                </a:solidFill>
              </a:defRPr>
            </a:pPr>
            <a:r>
              <a:t>File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Base64 encoding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In-memory storage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10MB validation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No Multer needed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Direct DB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39E43"/>
                </a:solidFill>
              </a:defRPr>
            </a:pPr>
            <a:r>
              <a:t>REST 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• Auth: POST /signup, POST /login</a:t>
            </a:r>
          </a:p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• Jobs: POST /jobs, GET /jobs, PUT /jobs/:id, DELETE /jobs/:id</a:t>
            </a:r>
          </a:p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• Portal: POST /create-job-posting, POST /apply-job, PATCH /job-applications/:id/status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🍃 DATABASE: MongoDB Atlas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Auth +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username, password, role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Job Tracking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user_id, company, status, deadline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Resume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user_id, experience[], skills[]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job_postings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Recruiter Jobs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recruiter_id, position, requirements[]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job_applications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user_id, job_id, status, files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seeker_resumes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File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user_id, name, base64_content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7A248"/>
                </a:solidFill>
              </a:defRPr>
            </a:pPr>
            <a:r>
              <a:t>Indexing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users.username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Unique index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Fast login lookup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jobs.user_id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Single field index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'My applications' query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job_applications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Compound: user_id + job_id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  → Quick status checks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Why MongoDB?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Flexible schema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Cloud-hosted (Atlas)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Scales horizontally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t>• BSON handles nested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Flow: Frontend → Backend →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200400" cy="4389120"/>
          </a:xfrm>
          <a:prstGeom prst="roundRect">
            <a:avLst/>
          </a:prstGeom>
          <a:solidFill>
            <a:srgbClr val="E0F2FE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1DAFB"/>
                </a:solidFill>
              </a:defRPr>
            </a:pPr>
            <a:r>
              <a:t>⚛️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Form submission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Button click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API request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Axios call: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POST /jobs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Headers: Auth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Body: Job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3200400"/>
            <a:ext cx="1097280" cy="7315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3200400" cy="438912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39E43"/>
                </a:solidFill>
              </a:defRPr>
            </a:pPr>
            <a:r>
              <a:t>🟢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Express handles: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Route matching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Middleware auth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Controller logic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Business logic: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Validate input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Process data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DB query prep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3200400"/>
            <a:ext cx="1097280" cy="7315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645920"/>
            <a:ext cx="2286000" cy="4389120"/>
          </a:xfrm>
          <a:prstGeom prst="roundRect">
            <a:avLst/>
          </a:prstGeom>
          <a:solidFill>
            <a:srgbClr val="DCFCFE"/>
          </a:solidFill>
          <a:ln w="381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A248"/>
                </a:solidFill>
              </a:defRPr>
            </a:pPr>
            <a:r>
              <a:t>🍃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MongoDB: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Insert/Update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Indexed query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• Return result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Response: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Success + ID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3749039" y="5486400"/>
            <a:ext cx="7040880" cy="45720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6035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← JSON Response (200 OK +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Highlights &amp;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Dynamic form arrays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(resume builder)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Role-based rendering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(3 dashboard types)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Chart integration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(analytics viz)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4748B"/>
                </a:solidFill>
              </a:defRPr>
            </a:pPr>
            <a:r>
              <a:t>Challenge: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Multi-role UI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548640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30+ REST endpoints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(full CRUD)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Base64 file handling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(no external S3)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Middleware auth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(role validation)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4748B"/>
                </a:solidFill>
              </a:defRPr>
            </a:pPr>
            <a:r>
              <a:t>Challenge: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File storage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657600" cy="548640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6 collections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(normalized)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Strategic indexing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(query optimization)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✓ BSON nested data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  (experience[])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4748B"/>
                </a:solidFill>
              </a:defRPr>
            </a:pPr>
            <a:r>
              <a:t>Challenge: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</a:defRPr>
            </a:pPr>
            <a:r>
              <a:t>Schema flexibility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61DAFB"/>
                </a:solidFill>
              </a:defRPr>
            </a:pPr>
            <a:r>
              <a:t>3,500+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61DAFB"/>
                </a:solidFill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React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39E43"/>
                </a:solidFill>
              </a:defRPr>
            </a:pPr>
            <a: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7A248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120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DB Collections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76495" cy="13716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876495" cy="137160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3291840"/>
            <a:ext cx="4876495" cy="137160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4000"/>
              </a:spcBef>
              <a:defRPr sz="2400">
                <a:solidFill>
                  <a:srgbClr val="61DAFB"/>
                </a:solidFill>
              </a:defRPr>
            </a:pPr>
            <a:r>
              <a:t>React • Node.js • Express • MongoDB Atlas</a:t>
            </a:r>
          </a:p>
          <a:p>
            <a:pPr algn="ctr">
              <a:spcBef>
                <a:spcPts val="3000"/>
              </a:spcBef>
              <a:defRPr sz="3200">
                <a:solidFill>
                  <a:srgbClr val="64748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